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0" autoAdjust="0"/>
  </p:normalViewPr>
  <p:slideViewPr>
    <p:cSldViewPr>
      <p:cViewPr varScale="1">
        <p:scale>
          <a:sx n="83" d="100"/>
          <a:sy n="83" d="100"/>
        </p:scale>
        <p:origin x="-75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0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0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2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9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5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4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0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33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2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99B1D-AD2F-413F-9DDC-0FCCD85C6A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F0BBB-CB6A-4EE5-A53E-028EB30A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5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 smtClean="0"/>
              <a:t>SHOPPING</a:t>
            </a:r>
            <a:endParaRPr lang="en-US" sz="8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8800" dirty="0" smtClean="0"/>
              <a:t>SOR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22653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Shopping: Style, Savings, and Sustainability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Shopping is an important part of teenagers’ lives. It affects our style, finances, and the environment. This magazine will give you tips, product reviews, and eco-friendly ideas for smarter </a:t>
            </a:r>
            <a:r>
              <a:rPr lang="en-US" dirty="0" smtClean="0"/>
              <a:t>shopping</a:t>
            </a:r>
          </a:p>
          <a:p>
            <a:r>
              <a:rPr lang="en-US" dirty="0" smtClean="0"/>
              <a:t> Smart Teen Shopping: Choices for the Future</a:t>
            </a:r>
          </a:p>
          <a:p>
            <a:r>
              <a:rPr lang="en-US" dirty="0" smtClean="0"/>
              <a:t>A Teen Magazine – Learn how to shop wisely, save money, and protect the planet.</a:t>
            </a:r>
          </a:p>
          <a:p>
            <a:endParaRPr lang="en-US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1761927"/>
            <a:ext cx="5111750" cy="2875359"/>
          </a:xfrm>
        </p:spPr>
      </p:pic>
    </p:spTree>
    <p:extLst>
      <p:ext uri="{BB962C8B-B14F-4D97-AF65-F5344CB8AC3E}">
        <p14:creationId xmlns:p14="http://schemas.microsoft.com/office/powerpoint/2010/main" val="124036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</a:t>
            </a:r>
            <a:br>
              <a:rPr lang="en-US" dirty="0"/>
            </a:br>
            <a:r>
              <a:rPr lang="en-US" dirty="0" smtClean="0"/>
              <a:t>Fashion and Teens</a:t>
            </a:r>
            <a:endParaRPr lang="en-US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1495477"/>
            <a:ext cx="5111750" cy="3408259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Fashion is important for teenagers. Clothes and accessories help us show our personality. But we should choose items that are comfortable, long-lasting, and not just trendy. Mixing style with practicality is the key to smart shopping.</a:t>
            </a:r>
          </a:p>
          <a:p>
            <a:r>
              <a:rPr lang="en-US" dirty="0" smtClean="0"/>
              <a:t>Fashion helps teenagers express themselves.</a:t>
            </a:r>
          </a:p>
          <a:p>
            <a:r>
              <a:rPr lang="en-US" dirty="0" smtClean="0"/>
              <a:t>Today, many teens mix new trends with second-hand clothes. This is called smart fashion.</a:t>
            </a:r>
          </a:p>
          <a:p>
            <a:r>
              <a:rPr lang="en-US" dirty="0" smtClean="0"/>
              <a:t>It is not about buying the most expensive brands, but about finding a style that shows your personality.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64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304800"/>
            <a:ext cx="8153400" cy="5821363"/>
          </a:xfrm>
        </p:spPr>
        <p:txBody>
          <a:bodyPr/>
          <a:lstStyle/>
          <a:p>
            <a:r>
              <a:rPr lang="en-US" sz="2400" dirty="0" smtClean="0"/>
              <a:t>Saving Money While Shopping</a:t>
            </a:r>
          </a:p>
          <a:p>
            <a:r>
              <a:rPr lang="en-US" sz="2400" dirty="0" smtClean="0"/>
              <a:t>Shopping can be expensive, but teenagers can learn to save:</a:t>
            </a:r>
          </a:p>
          <a:p>
            <a:r>
              <a:rPr lang="en-US" sz="2400" dirty="0" smtClean="0"/>
              <a:t>Use mobile apps to compare prices.</a:t>
            </a:r>
          </a:p>
          <a:p>
            <a:r>
              <a:rPr lang="en-US" sz="2400" dirty="0" smtClean="0"/>
              <a:t>Buy clothes during end-of-season sales.</a:t>
            </a:r>
          </a:p>
          <a:p>
            <a:r>
              <a:rPr lang="en-US" sz="2400" dirty="0" smtClean="0"/>
              <a:t>Swap clothes with friends instead of buying new ones.</a:t>
            </a:r>
          </a:p>
          <a:p>
            <a:r>
              <a:rPr lang="en-US" sz="2400" dirty="0" smtClean="0"/>
              <a:t>Remember: every dollar saved can be used for something more important.</a:t>
            </a:r>
          </a:p>
          <a:p>
            <a:r>
              <a:rPr lang="en-US" sz="2400" dirty="0"/>
              <a:t>Many teens spend too much money on clothes, gadgets, or snacks. Here are some tips for saving money:</a:t>
            </a:r>
            <a:br>
              <a:rPr lang="en-US" sz="2400" dirty="0"/>
            </a:br>
            <a:r>
              <a:rPr lang="en-US" sz="2400" dirty="0"/>
              <a:t>- Compare prices online before buying.</a:t>
            </a:r>
            <a:br>
              <a:rPr lang="en-US" sz="2400" dirty="0"/>
            </a:br>
            <a:r>
              <a:rPr lang="en-US" sz="2400" dirty="0"/>
              <a:t>- Wait for discounts or sales.</a:t>
            </a:r>
            <a:br>
              <a:rPr lang="en-US" sz="2400" dirty="0"/>
            </a:br>
            <a:r>
              <a:rPr lang="en-US" sz="2400" dirty="0"/>
              <a:t>- Use coupons and promo codes.</a:t>
            </a:r>
            <a:br>
              <a:rPr lang="en-US" sz="2400" dirty="0"/>
            </a:br>
            <a:r>
              <a:rPr lang="en-US" sz="2400" dirty="0"/>
              <a:t>- Set a budget and stick to it.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9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457200"/>
            <a:ext cx="8001000" cy="5668963"/>
          </a:xfrm>
        </p:spPr>
        <p:txBody>
          <a:bodyPr/>
          <a:lstStyle/>
          <a:p>
            <a:r>
              <a:rPr lang="en-US" sz="2400" b="1" dirty="0"/>
              <a:t>Sustainability</a:t>
            </a:r>
          </a:p>
          <a:p>
            <a:r>
              <a:rPr lang="en-US" sz="2400" dirty="0"/>
              <a:t>Shopping also affects our planet. Fast fashion and plastic waste damage the environment. You can make eco-friendly choices:</a:t>
            </a:r>
            <a:br>
              <a:rPr lang="en-US" sz="2400" dirty="0"/>
            </a:br>
            <a:r>
              <a:rPr lang="en-US" sz="2400" dirty="0"/>
              <a:t>- Use reusable bags instead of plastic.</a:t>
            </a:r>
            <a:br>
              <a:rPr lang="en-US" sz="2400" dirty="0"/>
            </a:br>
            <a:r>
              <a:rPr lang="en-US" sz="2400" dirty="0"/>
              <a:t>- Buy second-hand clothes.</a:t>
            </a:r>
            <a:br>
              <a:rPr lang="en-US" sz="2400" dirty="0"/>
            </a:br>
            <a:r>
              <a:rPr lang="en-US" sz="2400" dirty="0"/>
              <a:t>- Support eco-friendly and fair-trade brands.</a:t>
            </a:r>
          </a:p>
          <a:p>
            <a:r>
              <a:rPr lang="en-US" sz="2400" dirty="0" smtClean="0"/>
              <a:t>Our choices affect the environment. Teenagers can help the Earth by:</a:t>
            </a:r>
          </a:p>
          <a:p>
            <a:r>
              <a:rPr lang="en-US" sz="2400" dirty="0" smtClean="0"/>
              <a:t>Buying fewer but better clothes.</a:t>
            </a:r>
          </a:p>
          <a:p>
            <a:r>
              <a:rPr lang="en-US" sz="2400" dirty="0" smtClean="0"/>
              <a:t>Choosing eco-friendly materials like cotton and bamboo.</a:t>
            </a:r>
          </a:p>
          <a:p>
            <a:r>
              <a:rPr lang="en-US" sz="2400" dirty="0" smtClean="0"/>
              <a:t>Donating clothes instead of throwing them away.</a:t>
            </a:r>
          </a:p>
          <a:p>
            <a:r>
              <a:rPr lang="en-US" sz="2400" dirty="0" smtClean="0"/>
              <a:t>Supporting local shops instead of fast-fashion brands.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4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</a:t>
            </a:r>
            <a:r>
              <a:rPr lang="en-US" dirty="0" smtClean="0"/>
              <a:t>Review</a:t>
            </a:r>
            <a:br>
              <a:rPr lang="en-US" dirty="0" smtClean="0"/>
            </a:br>
            <a:r>
              <a:rPr lang="en-US" dirty="0"/>
              <a:t>Teen Shopping Survey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18406"/>
            <a:ext cx="3962400" cy="3962400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4038600" cy="4691063"/>
          </a:xfrm>
        </p:spPr>
        <p:txBody>
          <a:bodyPr/>
          <a:lstStyle/>
          <a:p>
            <a:r>
              <a:rPr lang="en-US" dirty="0" smtClean="0"/>
              <a:t>Do’s:</a:t>
            </a:r>
          </a:p>
          <a:p>
            <a:r>
              <a:rPr lang="en-US" dirty="0" smtClean="0"/>
              <a:t>✔️ Make a list.</a:t>
            </a:r>
          </a:p>
          <a:p>
            <a:r>
              <a:rPr lang="en-US" dirty="0" smtClean="0"/>
              <a:t>✔️ Set a budget.</a:t>
            </a:r>
          </a:p>
          <a:p>
            <a:r>
              <a:rPr lang="en-US" dirty="0" smtClean="0"/>
              <a:t>✔️ Look for discounts.</a:t>
            </a:r>
          </a:p>
          <a:p>
            <a:r>
              <a:rPr lang="en-US" dirty="0" smtClean="0"/>
              <a:t>✔️ Choose long-lasting products.</a:t>
            </a:r>
          </a:p>
          <a:p>
            <a:r>
              <a:rPr lang="en-US" dirty="0" smtClean="0"/>
              <a:t>Don’ts:</a:t>
            </a:r>
          </a:p>
          <a:p>
            <a:r>
              <a:rPr lang="en-US" dirty="0" smtClean="0"/>
              <a:t>✘ Don’t shop only for trends.</a:t>
            </a:r>
          </a:p>
          <a:p>
            <a:r>
              <a:rPr lang="en-US" dirty="0" smtClean="0"/>
              <a:t>✘ Don’t waste money on things you don’t need.</a:t>
            </a:r>
          </a:p>
          <a:p>
            <a:r>
              <a:rPr lang="en-US" dirty="0" smtClean="0"/>
              <a:t>✘ Don’t forget about the environment.</a:t>
            </a:r>
          </a:p>
          <a:p>
            <a:r>
              <a:rPr lang="en-US" dirty="0" smtClean="0"/>
              <a:t>We interviewed 40 teens about shopping:</a:t>
            </a:r>
          </a:p>
          <a:p>
            <a:r>
              <a:rPr lang="en-US" dirty="0" smtClean="0"/>
              <a:t>55% prefer online shopping.</a:t>
            </a:r>
          </a:p>
          <a:p>
            <a:r>
              <a:rPr lang="en-US" dirty="0" smtClean="0"/>
              <a:t>30% said they shop once a week.</a:t>
            </a:r>
          </a:p>
          <a:p>
            <a:r>
              <a:rPr lang="en-US" dirty="0" smtClean="0"/>
              <a:t>20% focus on eco-friendly brands.</a:t>
            </a:r>
          </a:p>
          <a:p>
            <a:r>
              <a:rPr lang="en-US" dirty="0" smtClean="0"/>
              <a:t>75% buy when there are sales.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59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305800" cy="2209800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  <a:br>
              <a:rPr lang="en-US" dirty="0"/>
            </a:br>
            <a:r>
              <a:rPr lang="en-US" dirty="0"/>
              <a:t>Smart shopping means balancing style, savings, and sustainability. Every teenager can make a difference by making smarter choices when shopping.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432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346</Words>
  <Application>Microsoft Office PowerPoint</Application>
  <PresentationFormat>Экран (4:3)</PresentationFormat>
  <Paragraphs>42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SHOPPING</vt:lpstr>
      <vt:lpstr>Smart Shopping: Style, Savings, and Sustainability </vt:lpstr>
      <vt:lpstr>Style Fashion and Teens</vt:lpstr>
      <vt:lpstr>Презентация PowerPoint</vt:lpstr>
      <vt:lpstr>Презентация PowerPoint</vt:lpstr>
      <vt:lpstr>Product Review Teen Shopping Survey  </vt:lpstr>
      <vt:lpstr>Conclusion Smart shopping means balancing style, savings, and sustainability. Every teenager can make a difference by making smarter choices when shopping.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</dc:title>
  <dc:creator>Asus</dc:creator>
  <cp:lastModifiedBy>Asus</cp:lastModifiedBy>
  <cp:revision>2</cp:revision>
  <cp:lastPrinted>2025-09-23T02:53:19Z</cp:lastPrinted>
  <dcterms:created xsi:type="dcterms:W3CDTF">2025-09-23T02:35:52Z</dcterms:created>
  <dcterms:modified xsi:type="dcterms:W3CDTF">2025-09-23T02:53:32Z</dcterms:modified>
</cp:coreProperties>
</file>