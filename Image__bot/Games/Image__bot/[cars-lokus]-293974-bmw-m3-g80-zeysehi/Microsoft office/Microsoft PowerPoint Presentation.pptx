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E9618F-BB66-47CB-8A9B-1A9B88C26A4D}" v="2" dt="2023-09-17T15:36:18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me gamer" userId="1701c606323624be" providerId="LiveId" clId="{8EE9618F-BB66-47CB-8A9B-1A9B88C26A4D}"/>
    <pc:docChg chg="addSld modSld">
      <pc:chgData name="game gamer" userId="1701c606323624be" providerId="LiveId" clId="{8EE9618F-BB66-47CB-8A9B-1A9B88C26A4D}" dt="2023-09-17T15:36:18.666" v="2"/>
      <pc:docMkLst>
        <pc:docMk/>
      </pc:docMkLst>
      <pc:sldChg chg="new modTransition modAnim">
        <pc:chgData name="game gamer" userId="1701c606323624be" providerId="LiveId" clId="{8EE9618F-BB66-47CB-8A9B-1A9B88C26A4D}" dt="2023-09-17T15:36:18.666" v="2"/>
        <pc:sldMkLst>
          <pc:docMk/>
          <pc:sldMk cId="1103072319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CF9C-FED1-89D4-25DA-79C0C1EA6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E5BEE-58BC-1A12-4B4D-C9757E91F5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F8D8A-A7EB-206B-8B8F-823F3029E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B39B-E210-45BC-A351-526355FA36F1}" type="datetimeFigureOut">
              <a:rPr lang="ru-RU" smtClean="0"/>
              <a:t>17.09.2023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B7928-B0BB-4D5D-BF1B-BF8E4D236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AB9C5-AE3A-B448-A3DC-21291B8DB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2CC8-C5FB-4EBA-9036-91859C75E6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9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66FB-77A3-4897-E8F7-ABC367862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DEE53-FC6A-134F-412C-5F9F51486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CEFF7-240C-5EFE-77CA-6CDF1F81A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B39B-E210-45BC-A351-526355FA36F1}" type="datetimeFigureOut">
              <a:rPr lang="ru-RU" smtClean="0"/>
              <a:t>17.09.2023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596D7-9A96-DA01-762A-65B449EB8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B9785-A449-8441-ACF6-41F1E4E38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2CC8-C5FB-4EBA-9036-91859C75E6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96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F3116-5566-21E9-D13B-D9B9044A5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84010-78DD-FDA9-CBE2-523645146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0E52A-5FF5-924D-8A05-52B20C77A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B39B-E210-45BC-A351-526355FA36F1}" type="datetimeFigureOut">
              <a:rPr lang="ru-RU" smtClean="0"/>
              <a:t>17.09.2023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AEF30-CFC2-A423-8B0F-EA81FF2A4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34186-F8EB-B108-720E-ED2BCE8F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2CC8-C5FB-4EBA-9036-91859C75E6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679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3975D-BD11-686C-43CA-D7DAB4CBF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B7DD9-87C6-CBC6-F130-5B1AFCB2F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E42F7-5469-263D-C84F-8CF248E3F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0D554-BA2E-734E-8D00-CAB85078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B39B-E210-45BC-A351-526355FA36F1}" type="datetimeFigureOut">
              <a:rPr lang="ru-RU" smtClean="0"/>
              <a:t>17.09.2023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AD1C6-A5FC-C125-DE5A-A47855B1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43620-9C8F-9715-FCA5-347189070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2CC8-C5FB-4EBA-9036-91859C75E6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59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C09A-3851-5CB7-6289-70294D980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40367-F8F1-47C5-8065-B1C307870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FC2C9-59E5-6E29-5460-60F72834B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311D68-61B8-6376-3E8B-8F3DC28AEA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AD3C3-992A-C2CA-3F7A-E734071739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4F38A1-1C2E-BC1C-2697-E5D4B496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B39B-E210-45BC-A351-526355FA36F1}" type="datetimeFigureOut">
              <a:rPr lang="ru-RU" smtClean="0"/>
              <a:t>17.09.2023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9919C9-DE3F-A098-CAFB-CAEC0E93A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DCB9B3-208B-1ACB-91F6-4E5D5E4CD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2CC8-C5FB-4EBA-9036-91859C75E6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47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D9B7F-74D0-C39A-FCAB-D862C76E5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C73C97-19DB-A71E-B114-C62C46AD2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B39B-E210-45BC-A351-526355FA36F1}" type="datetimeFigureOut">
              <a:rPr lang="ru-RU" smtClean="0"/>
              <a:t>17.09.2023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8CFE4-94D8-0AA0-8D6C-E8FE2DB60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56398-6440-C05F-FA15-4E34DD4A1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2CC8-C5FB-4EBA-9036-91859C75E6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57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B9FEEA-669F-8920-0AB8-E3AC1A322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B39B-E210-45BC-A351-526355FA36F1}" type="datetimeFigureOut">
              <a:rPr lang="ru-RU" smtClean="0"/>
              <a:t>17.09.2023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C1BF20-E0CD-A501-5D81-1D8AF518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EA47E-61CE-FE4D-E438-13825283C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2CC8-C5FB-4EBA-9036-91859C75E6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6399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2FA7-5698-8E34-E043-A84017CED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AF0C9-399A-7E09-CF13-DC15512B5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AAFB6-F3CC-51A5-E34E-E1DE7A5E3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EB51F-FED1-3783-04DD-5A6DAB35D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B39B-E210-45BC-A351-526355FA36F1}" type="datetimeFigureOut">
              <a:rPr lang="ru-RU" smtClean="0"/>
              <a:t>17.09.2023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EE5E5-71A1-187C-2B3D-843C74641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882CE-9DDB-2425-B253-80BB12BDC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2CC8-C5FB-4EBA-9036-91859C75E6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627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97E75-E00D-A854-8FD6-425D1E7BF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BA7DE-929E-2BCD-B34E-1C0AD8515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A38D3-0819-B987-E444-D26F263C4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4BBE0-45C4-C5FA-1CF4-0656E18F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B39B-E210-45BC-A351-526355FA36F1}" type="datetimeFigureOut">
              <a:rPr lang="ru-RU" smtClean="0"/>
              <a:t>17.09.2023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4ECF4-1CAC-FD85-102D-F02CD0428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7514F-E7FC-20B0-783B-F75290996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2CC8-C5FB-4EBA-9036-91859C75E6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88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EBE3B-2783-318D-A6B5-AD43EB873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27CA2E-AE6C-7C95-ABDC-D8B0FB0C1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31A0D-430A-F658-3DC5-5F7F7AE9A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B39B-E210-45BC-A351-526355FA36F1}" type="datetimeFigureOut">
              <a:rPr lang="ru-RU" smtClean="0"/>
              <a:t>17.09.2023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83894-8D11-A38B-DC9E-1F44A328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05624-5BDD-773B-7E65-21335F451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2CC8-C5FB-4EBA-9036-91859C75E6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84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43A6CD-A97B-5C8D-520E-8CA4A39B5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C3287-229C-AB6B-04BF-647E47721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324C9-EA8E-E7C2-33F8-15C5DA14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5B39B-E210-45BC-A351-526355FA36F1}" type="datetimeFigureOut">
              <a:rPr lang="ru-RU" smtClean="0"/>
              <a:t>17.09.2023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EBA28-2C85-EA6C-5C44-EB0924F0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A06B5-1CB4-0662-9DF3-57FE30776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2CC8-C5FB-4EBA-9036-91859C75E6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104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7046D7-469B-0C21-F2BE-8C6744F41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D7C7C-C6F6-D0BE-9B73-C3E44ACEE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DD5FE-9997-7EF0-291B-C4D6BFDFF9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5B39B-E210-45BC-A351-526355FA36F1}" type="datetimeFigureOut">
              <a:rPr lang="ru-RU" smtClean="0"/>
              <a:t>17.09.2023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8CB55-7D68-CA00-F64B-7CE0D8C6E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E7734-7CA1-C60B-B930-0AB49159A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12CC8-C5FB-4EBA-9036-91859C75E6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0017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D4EC7-E393-BA6F-8C43-3D88D44AE1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E87EE7-C7ED-BB21-0B07-73914B5C27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30723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game gamer</dc:creator>
  <cp:lastModifiedBy>game gamer</cp:lastModifiedBy>
  <cp:revision>1</cp:revision>
  <dcterms:created xsi:type="dcterms:W3CDTF">2023-09-17T15:35:39Z</dcterms:created>
  <dcterms:modified xsi:type="dcterms:W3CDTF">2023-09-17T15:36:23Z</dcterms:modified>
</cp:coreProperties>
</file>